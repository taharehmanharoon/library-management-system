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58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D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120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738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9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465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111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556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14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07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98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780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80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15FC4-E619-46F9-A39E-D56E0DC9F119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98D60-671E-449E-900B-5E142C365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6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43191" y="265282"/>
            <a:ext cx="12435191" cy="333675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u="sng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  <a:t>TITLE</a:t>
            </a:r>
            <a:r>
              <a:rPr lang="en-US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</a:br>
            <a:r>
              <a:rPr lang="en-US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  <a:t> </a:t>
            </a:r>
            <a:r>
              <a:rPr lang="en-US" dirty="0">
                <a:solidFill>
                  <a:srgbClr val="FFFDD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  <a:t>LIBRARY                   MANAGEMENT                     </a:t>
            </a:r>
            <a:br>
              <a:rPr lang="en-US" dirty="0">
                <a:solidFill>
                  <a:srgbClr val="FFFDD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</a:br>
            <a:r>
              <a:rPr lang="en-US" dirty="0">
                <a:solidFill>
                  <a:srgbClr val="FFFDD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adil" panose="02000000000000000000" pitchFamily="2" charset="-78"/>
                <a:cs typeface="Aadil" panose="02000000000000000000" pitchFamily="2" charset="-78"/>
              </a:rPr>
              <a:t>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0293" y="3891286"/>
            <a:ext cx="8388221" cy="2556167"/>
          </a:xfrm>
        </p:spPr>
        <p:txBody>
          <a:bodyPr>
            <a:noAutofit/>
          </a:bodyPr>
          <a:lstStyle/>
          <a:p>
            <a:r>
              <a:rPr lang="en-US" sz="4000" u="sng" dirty="0">
                <a:solidFill>
                  <a:schemeClr val="bg1">
                    <a:lumMod val="95000"/>
                  </a:schemeClr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Group </a:t>
            </a:r>
            <a:r>
              <a:rPr lang="en-US" sz="4000" u="sng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Members</a:t>
            </a:r>
          </a:p>
          <a:p>
            <a:r>
              <a:rPr lang="en-US" sz="4000" dirty="0" err="1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Taha</a:t>
            </a:r>
            <a:r>
              <a:rPr lang="en-US" sz="4000" dirty="0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</a:t>
            </a:r>
            <a:r>
              <a:rPr lang="en-US" sz="4000" dirty="0" err="1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Rehman</a:t>
            </a:r>
            <a:r>
              <a:rPr lang="en-US" sz="4000" dirty="0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Haroon 054</a:t>
            </a:r>
          </a:p>
          <a:p>
            <a:r>
              <a:rPr lang="en-US" sz="4000" dirty="0" err="1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Umair</a:t>
            </a:r>
            <a:r>
              <a:rPr lang="en-US" sz="4000" dirty="0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</a:t>
            </a:r>
            <a:r>
              <a:rPr lang="en-US" sz="4000" dirty="0" err="1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Qaiser</a:t>
            </a:r>
            <a:r>
              <a:rPr lang="en-US" sz="4000" dirty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</a:t>
            </a:r>
            <a:r>
              <a:rPr lang="en-US" sz="4000" dirty="0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            057</a:t>
            </a:r>
            <a:endParaRPr lang="en-US" sz="4000" dirty="0">
              <a:solidFill>
                <a:srgbClr val="FFFDD0"/>
              </a:solidFill>
              <a:effectLst>
                <a:outerShdw blurRad="50800" dist="127000" dir="2700000" algn="tl" rotWithShape="0">
                  <a:prstClr val="black">
                    <a:alpha val="40000"/>
                  </a:prstClr>
                </a:outerShdw>
              </a:effectLst>
              <a:latin typeface="Noir" pitchFamily="50" charset="0"/>
              <a:ea typeface="+mj-ea"/>
              <a:cs typeface="Aadil" panose="02000000000000000000" pitchFamily="2" charset="-78"/>
            </a:endParaRPr>
          </a:p>
          <a:p>
            <a:r>
              <a:rPr lang="en-US" sz="4000" dirty="0" err="1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Taheer</a:t>
            </a:r>
            <a:r>
              <a:rPr lang="en-US" sz="4000" dirty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Abdullah </a:t>
            </a:r>
            <a:r>
              <a:rPr lang="en-US" sz="4000" dirty="0" smtClean="0">
                <a:solidFill>
                  <a:srgbClr val="FFFDD0"/>
                </a:solidFill>
                <a:effectLst>
                  <a:outerShdw blurRad="50800" dist="127000" dir="2700000" algn="tl" rotWithShape="0">
                    <a:prstClr val="black">
                      <a:alpha val="40000"/>
                    </a:prstClr>
                  </a:outerShdw>
                </a:effectLst>
                <a:latin typeface="Noir" pitchFamily="50" charset="0"/>
                <a:ea typeface="+mj-ea"/>
                <a:cs typeface="Aadil" panose="02000000000000000000" pitchFamily="2" charset="-78"/>
              </a:rPr>
              <a:t>        055</a:t>
            </a:r>
            <a:endParaRPr lang="en-US" sz="4000" dirty="0">
              <a:solidFill>
                <a:srgbClr val="FFFDD0"/>
              </a:solidFill>
              <a:effectLst>
                <a:outerShdw blurRad="50800" dist="127000" dir="2700000" algn="tl" rotWithShape="0">
                  <a:prstClr val="black">
                    <a:alpha val="40000"/>
                  </a:prstClr>
                </a:outerShdw>
              </a:effectLst>
              <a:latin typeface="Noir" pitchFamily="50" charset="0"/>
              <a:ea typeface="+mj-ea"/>
              <a:cs typeface="Aadil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5997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34282"/>
            <a:ext cx="3172375" cy="653143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LIBRARIES</a:t>
            </a:r>
            <a:endParaRPr lang="en-US" sz="4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" b="7301"/>
          <a:stretch/>
        </p:blipFill>
        <p:spPr>
          <a:xfrm>
            <a:off x="5089266" y="2211355"/>
            <a:ext cx="6889849" cy="232332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0608"/>
            <a:ext cx="3573592" cy="430303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- </a:t>
            </a:r>
            <a:r>
              <a:rPr lang="en-US" sz="32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</a:t>
            </a:r>
            <a:r>
              <a:rPr lang="en-US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ostream</a:t>
            </a:r>
            <a:endParaRPr lang="en-US" sz="32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Input/Output</a:t>
            </a: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Stream</a:t>
            </a:r>
          </a:p>
          <a:p>
            <a:pPr>
              <a:lnSpc>
                <a:spcPct val="120000"/>
              </a:lnSpc>
            </a:pP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- </a:t>
            </a:r>
            <a:r>
              <a:rPr lang="en-US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fstream</a:t>
            </a:r>
            <a:endParaRPr lang="en-US" sz="32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For File Handling</a:t>
            </a:r>
          </a:p>
          <a:p>
            <a:pPr>
              <a:lnSpc>
                <a:spcPct val="120000"/>
              </a:lnSpc>
            </a:pP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- </a:t>
            </a:r>
            <a:r>
              <a:rPr lang="en-US" sz="32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windows.h</a:t>
            </a:r>
            <a:endParaRPr lang="en-US" sz="32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Commands like system(“CLS”) and system(“Color 03”) and Sleep(“1500”) used for better output</a:t>
            </a:r>
            <a:endParaRPr lang="en-US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63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498" y="0"/>
            <a:ext cx="3164633" cy="1325563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INT MAIN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56" y="279067"/>
            <a:ext cx="4954189" cy="6384169"/>
          </a:xfrm>
          <a:prstGeom prst="rect">
            <a:avLst/>
          </a:prstGeom>
        </p:spPr>
      </p:pic>
      <p:sp>
        <p:nvSpPr>
          <p:cNvPr id="5" name="Text Placeholder 3"/>
          <p:cNvSpPr txBox="1">
            <a:spLocks/>
          </p:cNvSpPr>
          <p:nvPr/>
        </p:nvSpPr>
        <p:spPr>
          <a:xfrm>
            <a:off x="839787" y="1036791"/>
            <a:ext cx="3932237" cy="525204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400" dirty="0" smtClean="0">
                <a:solidFill>
                  <a:schemeClr val="bg1"/>
                </a:solidFill>
              </a:rPr>
              <a:t>In the main function greeting function is first called</a:t>
            </a:r>
          </a:p>
          <a:p>
            <a:pPr marL="342900" indent="-342900"/>
            <a:r>
              <a:rPr lang="en-US" sz="2400" dirty="0" smtClean="0">
                <a:solidFill>
                  <a:schemeClr val="bg1"/>
                </a:solidFill>
              </a:rPr>
              <a:t>Then it is asked whether admin is logging in or user</a:t>
            </a:r>
          </a:p>
          <a:p>
            <a:pPr marL="342900" indent="-342900"/>
            <a:r>
              <a:rPr lang="en-US" sz="2400" dirty="0" smtClean="0">
                <a:solidFill>
                  <a:schemeClr val="bg1"/>
                </a:solidFill>
              </a:rPr>
              <a:t>If it is admin then the program runs according to admin functions</a:t>
            </a:r>
          </a:p>
          <a:p>
            <a:pPr marL="342900" indent="-342900"/>
            <a:r>
              <a:rPr lang="en-US" sz="2400" dirty="0" smtClean="0">
                <a:solidFill>
                  <a:schemeClr val="bg1"/>
                </a:solidFill>
              </a:rPr>
              <a:t>Otherwise user can sign up or login and program will run according to user functions</a:t>
            </a:r>
          </a:p>
          <a:p>
            <a:pPr marL="342900" indent="-342900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3401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886" y="0"/>
            <a:ext cx="3332584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FUNCTIONS</a:t>
            </a:r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5" r="2275"/>
          <a:stretch/>
        </p:blipFill>
        <p:spPr>
          <a:xfrm>
            <a:off x="923731" y="1139222"/>
            <a:ext cx="3032449" cy="525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557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void greeting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4507"/>
            <a:ext cx="10985197" cy="93400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992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 simple function displaying welcome message to the user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Used to keep the </a:t>
            </a:r>
            <a:r>
              <a:rPr lang="en-US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main function clean</a:t>
            </a:r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437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01215"/>
            <a:ext cx="3932238" cy="4758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userlogin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625" y="179502"/>
            <a:ext cx="5526557" cy="646389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1036791"/>
            <a:ext cx="4198744" cy="601715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asks for user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it searches the text file holding all the users passwords and ids and names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file is also searched to store password from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Name of the user is also searched in file for display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When entered id is matched the user is asked for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User then enters password till it is the correct password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9480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91884"/>
            <a:ext cx="3932237" cy="4898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signup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4833224" cy="538538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asks the user if they want to log in or sign 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When log in selected the function is ignored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Otherwise, this function first stores the new users id by checking previous users ids to eliminate chances of duplicating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it asks for name and password of the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user has to enter password until it is 4 digit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Once accepted, the information is stored in credentials text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Now the user can login in future and will not have to sign up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19" b="432"/>
          <a:stretch/>
        </p:blipFill>
        <p:spPr>
          <a:xfrm>
            <a:off x="7533685" y="195942"/>
            <a:ext cx="3927785" cy="642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988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086787"/>
            <a:ext cx="10516981" cy="5146062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94752" y="2104052"/>
            <a:ext cx="4292048" cy="453934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This function displays user multiple options to choose from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Respective function is then called according to what option user enters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For example: On entering 3, donation function will be called and user will be able to donate a book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9788" y="391884"/>
            <a:ext cx="3932237" cy="4898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usermenu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251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9788" y="391884"/>
            <a:ext cx="3932237" cy="4898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donation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636812"/>
            <a:ext cx="7071307" cy="5684243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3163044" cy="53853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first asks the user for id and writes it in donation text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it asks the user for the name of book they want to donate and writes it in the donation text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way a record of donors can be stored and updated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497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9788" y="391884"/>
            <a:ext cx="3932237" cy="4898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pending</a:t>
            </a:r>
            <a:endParaRPr lang="en-US" sz="2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822" y="306091"/>
            <a:ext cx="6210838" cy="6096528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4609289" cy="53853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first asks the user for their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When the id is entered it searches the pending books text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Once the id is matched it displays the books under that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User can look for as long as they want and press 0 to exit to main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way a user can check their pending books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1236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9788" y="391884"/>
            <a:ext cx="3932237" cy="4898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duration</a:t>
            </a:r>
            <a:endParaRPr lang="en-US" sz="2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700" y="391884"/>
            <a:ext cx="6892154" cy="5430728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4201911" cy="53853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is called to store information for example: how many days is the user taking it for?, when the user is borrowing a 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first asks for user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it asks for the amount of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it writes down user id and amount of days in days text file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76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sz="29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search_book</a:t>
            </a:r>
            <a:endParaRPr lang="en-US" sz="2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49" y="261632"/>
            <a:ext cx="4933957" cy="6363103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4201911" cy="53853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asks the user to enter name of book they want to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entered name is converted to uppercase so it can be matched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available books text file storing 100 books is searched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If the book name is found then duration function called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Else the message is shown that book is not available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533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16" y="457200"/>
            <a:ext cx="6775323" cy="4889241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recommendations</a:t>
            </a:r>
            <a:endParaRPr lang="en-US" sz="2900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424"/>
            <a:ext cx="4250327" cy="53853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shows the user options to choose books from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First it asks the genre (or type)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of the book that the user wants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according to choice fantasy or educational functions are called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Fantasy function lets user choose from fantasy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Educational function lets user choose from educational books</a:t>
            </a:r>
          </a:p>
        </p:txBody>
      </p:sp>
    </p:spTree>
    <p:extLst>
      <p:ext uri="{BB962C8B-B14F-4D97-AF65-F5344CB8AC3E}">
        <p14:creationId xmlns:p14="http://schemas.microsoft.com/office/powerpoint/2010/main" val="4274137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fantasy</a:t>
            </a:r>
            <a:endParaRPr lang="en-US" sz="2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488"/>
          <a:stretch/>
        </p:blipFill>
        <p:spPr>
          <a:xfrm>
            <a:off x="300414" y="1017035"/>
            <a:ext cx="6941976" cy="5470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390" y="363894"/>
            <a:ext cx="4313294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346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fantasy</a:t>
            </a:r>
            <a:endParaRPr lang="en-US" sz="2900" dirty="0"/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839789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displays types of books in fantasy 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text file holding that types book is opened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all the books available in that file are shown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user is asked to enter name of book they want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name is then converted to uppercase so it can be matched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6086703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In case the user enters wrong spelling he/she is asked to enter the name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Once accepted the duration function is called so record can be stored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0953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educational</a:t>
            </a:r>
            <a:endParaRPr lang="en-US" sz="2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18" y="918181"/>
            <a:ext cx="7028226" cy="5015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944" y="242596"/>
            <a:ext cx="4282811" cy="65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103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educational</a:t>
            </a:r>
            <a:endParaRPr lang="en-US" sz="2900" dirty="0"/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839789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displays types of books in educational section  for example: mathematics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text file holding that types book is opened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all the books available in that file are shown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the user is asked to enter name of book they want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name is then converted to uppercase so it can be matched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6086703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In case the user enters wrong spelling he/she is asked to enter the name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Once accepted the duration function is called so record can be stored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96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sz="29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adminmenu</a:t>
            </a:r>
            <a:endParaRPr lang="en-US" sz="2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872413"/>
            <a:ext cx="10338285" cy="5466522"/>
          </a:xfrm>
          <a:prstGeom prst="rect">
            <a:avLst/>
          </a:prstGeom>
        </p:spPr>
      </p:pic>
      <p:sp>
        <p:nvSpPr>
          <p:cNvPr id="4" name="Text Placeholder 3"/>
          <p:cNvSpPr txBox="1">
            <a:spLocks/>
          </p:cNvSpPr>
          <p:nvPr/>
        </p:nvSpPr>
        <p:spPr>
          <a:xfrm>
            <a:off x="4394752" y="2104052"/>
            <a:ext cx="5057158" cy="45393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 smtClean="0">
                <a:solidFill>
                  <a:schemeClr val="bg1"/>
                </a:solidFill>
              </a:rPr>
              <a:t>This function displays admin multiple options to choose from</a:t>
            </a:r>
          </a:p>
          <a:p>
            <a:pPr marL="342900" indent="-342900"/>
            <a:r>
              <a:rPr lang="en-US" dirty="0" smtClean="0">
                <a:solidFill>
                  <a:schemeClr val="bg1"/>
                </a:solidFill>
              </a:rPr>
              <a:t>Respective function is then called according to what option admin enters</a:t>
            </a:r>
          </a:p>
          <a:p>
            <a:pPr marL="342900" indent="-342900"/>
            <a:r>
              <a:rPr lang="en-US" dirty="0" smtClean="0">
                <a:solidFill>
                  <a:schemeClr val="bg1"/>
                </a:solidFill>
              </a:rPr>
              <a:t>For example: On entering 1, </a:t>
            </a:r>
            <a:r>
              <a:rPr lang="en-US" dirty="0" err="1" smtClean="0">
                <a:solidFill>
                  <a:schemeClr val="bg1"/>
                </a:solidFill>
              </a:rPr>
              <a:t>donationcheck</a:t>
            </a:r>
            <a:r>
              <a:rPr lang="en-US" dirty="0" smtClean="0">
                <a:solidFill>
                  <a:schemeClr val="bg1"/>
                </a:solidFill>
              </a:rPr>
              <a:t> function will be called and admin can check donors record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276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sz="29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donationcheck</a:t>
            </a:r>
            <a:endParaRPr lang="en-US" sz="2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495" y="363894"/>
            <a:ext cx="5924142" cy="5118919"/>
          </a:xfrm>
          <a:prstGeom prst="rect">
            <a:avLst/>
          </a:prstGeom>
        </p:spPr>
      </p:pic>
      <p:sp>
        <p:nvSpPr>
          <p:cNvPr id="5" name="Text Placeholder 3"/>
          <p:cNvSpPr txBox="1">
            <a:spLocks/>
          </p:cNvSpPr>
          <p:nvPr/>
        </p:nvSpPr>
        <p:spPr>
          <a:xfrm>
            <a:off x="839789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reads the donation text file using file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all the record stored for </a:t>
            </a:r>
            <a:r>
              <a:rPr lang="en-US" sz="2400" dirty="0" err="1" smtClean="0">
                <a:solidFill>
                  <a:schemeClr val="bg1"/>
                </a:solidFill>
              </a:rPr>
              <a:t>eg</a:t>
            </a:r>
            <a:r>
              <a:rPr lang="en-US" sz="2400" dirty="0" smtClean="0">
                <a:solidFill>
                  <a:schemeClr val="bg1"/>
                </a:solidFill>
              </a:rPr>
              <a:t>: donor names and books donated are displayed to the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record will be on display till admin enters 0 to exit to main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368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sz="29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durationcheck</a:t>
            </a:r>
            <a:endParaRPr lang="en-US" sz="2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32" y="363894"/>
            <a:ext cx="6320768" cy="5406543"/>
          </a:xfrm>
          <a:prstGeom prst="rect">
            <a:avLst/>
          </a:prstGeom>
        </p:spPr>
      </p:pic>
      <p:sp>
        <p:nvSpPr>
          <p:cNvPr id="4" name="Text Placeholder 3"/>
          <p:cNvSpPr txBox="1">
            <a:spLocks/>
          </p:cNvSpPr>
          <p:nvPr/>
        </p:nvSpPr>
        <p:spPr>
          <a:xfrm>
            <a:off x="839789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reads the days text file using file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all the record stored for </a:t>
            </a:r>
            <a:r>
              <a:rPr lang="en-US" sz="2400" dirty="0" err="1" smtClean="0">
                <a:solidFill>
                  <a:schemeClr val="bg1"/>
                </a:solidFill>
              </a:rPr>
              <a:t>eg</a:t>
            </a:r>
            <a:r>
              <a:rPr lang="en-US" sz="2400" dirty="0" smtClean="0">
                <a:solidFill>
                  <a:schemeClr val="bg1"/>
                </a:solidFill>
              </a:rPr>
              <a:t>: user id and the amount of days book is borrowed for is displayed to the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record will be on display till admin enters 0 to exit to main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9753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9787" y="363894"/>
            <a:ext cx="3932237" cy="508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void </a:t>
            </a:r>
            <a:r>
              <a:rPr lang="en-US" sz="2900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pendingcheck</a:t>
            </a:r>
            <a:endParaRPr lang="en-US" sz="2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807" y="363894"/>
            <a:ext cx="6806740" cy="5597757"/>
          </a:xfrm>
          <a:prstGeom prst="rect">
            <a:avLst/>
          </a:prstGeom>
        </p:spPr>
      </p:pic>
      <p:sp>
        <p:nvSpPr>
          <p:cNvPr id="4" name="Text Placeholder 3"/>
          <p:cNvSpPr txBox="1">
            <a:spLocks/>
          </p:cNvSpPr>
          <p:nvPr/>
        </p:nvSpPr>
        <p:spPr>
          <a:xfrm>
            <a:off x="839789" y="987424"/>
            <a:ext cx="4250327" cy="5385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This function reads the pending books text file using file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Then all the record stored for </a:t>
            </a:r>
            <a:r>
              <a:rPr lang="en-US" sz="2400" dirty="0" err="1" smtClean="0">
                <a:solidFill>
                  <a:schemeClr val="bg1"/>
                </a:solidFill>
              </a:rPr>
              <a:t>eg</a:t>
            </a:r>
            <a:r>
              <a:rPr lang="en-US" sz="2400" dirty="0" smtClean="0">
                <a:solidFill>
                  <a:schemeClr val="bg1"/>
                </a:solidFill>
              </a:rPr>
              <a:t>: user names and the pending books for all users is displayed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record will be on display till admin enters 0 to exit to main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970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IMPORTANRT </a:t>
            </a:r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TEXT FILES</a:t>
            </a: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838200" y="1811987"/>
            <a:ext cx="3957735" cy="2209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Days.txt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Donation.txt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Credentials.txt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3296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SIGNUP </a:t>
            </a:r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PROCESS</a:t>
            </a:r>
          </a:p>
        </p:txBody>
      </p:sp>
      <p:pic>
        <p:nvPicPr>
          <p:cNvPr id="4" name="IMG_5388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31302" y="1392108"/>
            <a:ext cx="8193833" cy="5016596"/>
          </a:xfrm>
        </p:spPr>
      </p:pic>
    </p:spTree>
    <p:extLst>
      <p:ext uri="{BB962C8B-B14F-4D97-AF65-F5344CB8AC3E}">
        <p14:creationId xmlns:p14="http://schemas.microsoft.com/office/powerpoint/2010/main" val="7893304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1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9851"/>
            <a:ext cx="12420600" cy="1325563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DONATION, DURATION, PENDING CHECK</a:t>
            </a:r>
          </a:p>
        </p:txBody>
      </p:sp>
      <p:pic>
        <p:nvPicPr>
          <p:cNvPr id="4" name="IMG_5387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26378" y="1321773"/>
            <a:ext cx="8478676" cy="5244878"/>
          </a:xfrm>
        </p:spPr>
      </p:pic>
    </p:spTree>
    <p:extLst>
      <p:ext uri="{BB962C8B-B14F-4D97-AF65-F5344CB8AC3E}">
        <p14:creationId xmlns:p14="http://schemas.microsoft.com/office/powerpoint/2010/main" val="26247219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8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ADMIN PROCESS</a:t>
            </a:r>
          </a:p>
        </p:txBody>
      </p:sp>
      <p:pic>
        <p:nvPicPr>
          <p:cNvPr id="4" name="IMG_5386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5906" y="1377756"/>
            <a:ext cx="8440187" cy="5307308"/>
          </a:xfrm>
        </p:spPr>
      </p:pic>
    </p:spTree>
    <p:extLst>
      <p:ext uri="{BB962C8B-B14F-4D97-AF65-F5344CB8AC3E}">
        <p14:creationId xmlns:p14="http://schemas.microsoft.com/office/powerpoint/2010/main" val="22824781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4220" y="2939142"/>
            <a:ext cx="5875176" cy="860069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Century Gothic" panose="020B0502020202020204" pitchFamily="34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0105701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976</Words>
  <Application>Microsoft Office PowerPoint</Application>
  <PresentationFormat>Widescreen</PresentationFormat>
  <Paragraphs>110</Paragraphs>
  <Slides>26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Aadil</vt:lpstr>
      <vt:lpstr>Arial</vt:lpstr>
      <vt:lpstr>Calibri</vt:lpstr>
      <vt:lpstr>Calibri Light</vt:lpstr>
      <vt:lpstr>Century Gothic</vt:lpstr>
      <vt:lpstr>Noir</vt:lpstr>
      <vt:lpstr>Office Theme</vt:lpstr>
      <vt:lpstr>TITLE  LIBRARY                   MANAGEMENT                      SYSTEM</vt:lpstr>
      <vt:lpstr>LIBRARIES</vt:lpstr>
      <vt:lpstr>INT MAIN</vt:lpstr>
      <vt:lpstr>FUNCTIONS</vt:lpstr>
      <vt:lpstr>void greeting</vt:lpstr>
      <vt:lpstr>void userlogin</vt:lpstr>
      <vt:lpstr>void signup</vt:lpstr>
      <vt:lpstr>void usermenu</vt:lpstr>
      <vt:lpstr>void donation</vt:lpstr>
      <vt:lpstr>PowerPoint Presentation</vt:lpstr>
      <vt:lpstr>PowerPoint Presentation</vt:lpstr>
      <vt:lpstr>void search_book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IMPORTANRT TEXT FILES</vt:lpstr>
      <vt:lpstr>SIGNUP PROCESS</vt:lpstr>
      <vt:lpstr>DONATION, DURATION, PENDING CHECK</vt:lpstr>
      <vt:lpstr>ADMIN PROCESS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LIBRARY                   MANAGEMENT                      SYSTEM</dc:title>
  <dc:creator>USER</dc:creator>
  <cp:lastModifiedBy>USER</cp:lastModifiedBy>
  <cp:revision>44</cp:revision>
  <dcterms:created xsi:type="dcterms:W3CDTF">2024-06-30T06:50:13Z</dcterms:created>
  <dcterms:modified xsi:type="dcterms:W3CDTF">2024-06-30T10:44:49Z</dcterms:modified>
</cp:coreProperties>
</file>